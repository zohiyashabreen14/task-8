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Performance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Insights from Superstore Sales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West region recorded the highest sales in Q3.</a:t>
            </a:r>
          </a:p>
          <a:p>
            <a:pPr/>
            <a:r>
              <a:t>2. Technology category consistently outperformed others.</a:t>
            </a:r>
          </a:p>
          <a:p>
            <a:pPr/>
            <a:r>
              <a:t>3. November and December show peak sales due to seasonal trends.</a:t>
            </a:r>
          </a:p>
          <a:p>
            <a:pPr/>
            <a:r>
              <a:t>4. Central region had the most fluctuation in monthly sales.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